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EventPro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A8A8"/>
                </a:solidFill>
              </a:rPr>
              <a:t>The end-to-end OS for premium, enterprise-grade events.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1. 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Event management is heavily fragmented.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Organizers are forced to duct-tape together 5-6 different platforms to run a single conference: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Eventbrite for ticketing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Mailchimp for marketing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Excel for supervisor check-ins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Expensive physical hardware for badge printing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Third-party B2B apps for exhibitor lead retrieval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The Result: A clunky attendee experience, lost B2B lead revenue for sponsors, and zero real-time telemetry for event owners.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2. 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EventPro is a unified, cloud-backed event ecosystem.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We replace the fragmented stack with a pristine, centralized suite that provides specialized, real-time portals for every stakeholder involved in an event.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Built on a modular React architecture, we focus heavily on First-Class Cinematic UI to elevate the brand experience far beyond generic legacy platforms like Cvent.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3. 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The B2B Event Management Market is exploding.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TAM (Total Addressable Market): The global events industry is valued at $1.1 Trillion.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SAM (Serviceable Addressable Market): Event Management Software directly accounts for $14.5 Billion growing at an 11% CAGR.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Why Now: Post-pandemic, corporate events are demanding higher ROI, better data tracking, and seamless hybrid digital/physical experiences.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4. The Product Ecosystem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We have already developed a fully-functional, interconnected 5-Portal architecture ready for scale: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1. Owner HQ: High-altitude dashboard tracking real-time revenue.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2. Event Admin Studio: No-code visual engine with Badge Designer.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3. Supervisor Terminal: Rapid Spot Registration and QR scanning.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4. Exhibitor Portal: Mobile-first laser scanning tool for lead capture.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5. Attendee Companion App: Digital pocket-hub with 3D Holographic Tickets, dynamic agendas, and Gamified Digital Swag Bags.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5. Unfair Advantage &amp; Differentiators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Cinematic Experience: We prioritize Glassmorphic aesthetics, 3D physics, and 60fps animations.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Zero-Latency Sync: Armed with Firebase Cloud architecture, an attendee checking into the front door instantly updates the metrics on the Owner's iPhone.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The 'Live Jumbotron': Ships natively with a massive-screen visualization mode that loops through upcoming speakers and live audience Q&amp;A, eliminating expensive AV graphics teams.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6. 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We operate on a highly scalable B2B SaaS model with compound revenue streams: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Core SaaS Tiering: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Starter: $299 / Event (1 Admin limit)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Pro: $999 / Event (Full module suite, custom branding)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Enterprise: $12,000 / Year (Unlimited events, dedicated server)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Ticketing Commission: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• 1.5% + $0.99 per paid ticket sold through the platform.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422FF"/>
                </a:solidFill>
              </a:rPr>
              <a:t>7. 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We are raising Seed Funding ($500k - $750k) to accelerate our Go-To-Market pipeline.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Capital will be primarily allocated toward: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1. Cloud &amp; Infrastructure Scaling (AWS/Firebase)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2. Sales &amp; Marketing Targeting Tech Summits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3. Hardware Integrations (Native print drivers)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2026-04-22T20:10:34Z</dcterms:created>
  <dcterms:modified xsi:type="dcterms:W3CDTF">2026-04-22T20:10:34Z</dcterms:modified>
</cp:coreProperties>
</file>